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F021B-BA07-496F-B51D-9737F3D62146}" v="35" dt="2025-11-05T04:35:17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2" autoAdjust="0"/>
    <p:restoredTop sz="94660"/>
  </p:normalViewPr>
  <p:slideViewPr>
    <p:cSldViewPr snapToGrid="0">
      <p:cViewPr varScale="1">
        <p:scale>
          <a:sx n="45" d="100"/>
          <a:sy n="45" d="100"/>
        </p:scale>
        <p:origin x="4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A5337E-70DD-1247-27D9-D1B9501E5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1ECF2B-D4AC-10CF-C989-97AB54CF6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B4A4F9-5FB5-8BC5-90D2-C1EA2E861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5437-C501-45F0-A35E-9682F85C8016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CD8961-3547-8303-771F-DCE57A0E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654D95-2B47-89DB-565E-BA399C8A8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B810F-F98C-4763-BD83-8763D717D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13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38860E-0CD8-C497-CCF4-E7BFEDB3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1D69DF-6A35-6A4E-AE86-B9948D6CF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5EB311-BF99-7CE4-C407-FC1C4F2C8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5437-C501-45F0-A35E-9682F85C8016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A46405-6BAE-5A0A-10B0-D13308DE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C70B8A-52E9-05A0-D012-CAEC357A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B810F-F98C-4763-BD83-8763D717D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4425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F8501B-C57E-42DF-7D80-D59F4C75B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CB2A27-A34D-0C5D-47B8-B83ABA4F0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0E3FD8-3D9E-CBFA-DB4E-49914E570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5437-C501-45F0-A35E-9682F85C8016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C33EB3-A419-8955-0E18-BA48043F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DA6DE0-1DE1-6664-D9A6-88917F7E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B810F-F98C-4763-BD83-8763D717D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0363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3E47AC-139B-DDCB-C7C3-FF3425449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F4E272-E710-65B7-4A61-D464FB63C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278EE7-9D21-70FF-AC27-1E01C5FF0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63EDDB-34A2-B8D6-F803-04C36AA1A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5437-C501-45F0-A35E-9682F85C8016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CD4E5A-7105-D540-231B-B1B3326A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5D8CA1-B796-16B9-3323-DC07F299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B810F-F98C-4763-BD83-8763D717D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276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6075FC-9A8F-9625-933A-30C416AD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7419C2-330B-F829-4231-E61070284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A3219E-6992-EE40-BE25-8E18890AE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6230940-0B44-3321-E3B4-9287E92E3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14AE3FA-5590-D3E4-3F9E-3C66D367A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6A72CED-639C-62D1-68AD-C77101C06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5437-C501-45F0-A35E-9682F85C8016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ECB801B-868E-073C-CF8A-69B96145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3E00755-5A28-6297-5A45-0A277DF6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B810F-F98C-4763-BD83-8763D717D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179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80FB98-582F-82F2-E42E-651157989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49D2EB5-269F-3066-7DB8-22A914806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5437-C501-45F0-A35E-9682F85C8016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FF5FA7B-1F16-BB5F-13AA-A5925770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1326640-9E1B-9B88-4DBF-9C03CA666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B810F-F98C-4763-BD83-8763D717D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783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A5FDCCC-C757-F7A9-8A63-44149284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5437-C501-45F0-A35E-9682F85C8016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3A7F65A-A44D-51B9-2451-A020DF12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5F35B35-1325-F24D-0399-87EBD3D17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B810F-F98C-4763-BD83-8763D717D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0631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DA42A6-09B9-817F-4F9A-61DE099C9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24730E-9C5B-4913-05F7-D99FE088F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BEF5A6-852B-EA36-C8B4-DAEF353CF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6B45EC-A0FF-AA8D-BBF3-D6D93BA4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5437-C501-45F0-A35E-9682F85C8016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C11452-7F38-832A-CD98-3085EEE1E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4EC9F6-8BF8-F70D-00A6-FE4C2C6C8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B810F-F98C-4763-BD83-8763D717D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4850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BC6DB4-DE69-F94F-67C3-2089A793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6FE8770-7D13-742A-AABC-A832A3FD9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25E4A5-3449-AB56-2E32-28BE2D46B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3EBF39-B09D-58E8-213C-786B56FA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5437-C501-45F0-A35E-9682F85C8016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4DE1CD-E898-62EA-9380-C87019D04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9BD297-411D-2C4F-B7F0-FE53A46C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B810F-F98C-4763-BD83-8763D717D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862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2AC15-1689-3519-F4E4-47DF8170F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D3BFB2-0668-4C44-2FDC-2CF95F61C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EC2A20-849E-34D4-999B-C490CF6B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5437-C501-45F0-A35E-9682F85C8016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DCF1D4-1D96-AE68-701D-C79D56C1B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E2BDE5-71EB-1CF4-8765-4E54DB75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B810F-F98C-4763-BD83-8763D717D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820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7CE40D0-AD4E-5A46-7AF6-4DAF082BD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A8AAF1-DB70-CDD7-6C2E-1C2366E92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21211D-B3D1-CE4D-5290-455B8DCAA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5437-C501-45F0-A35E-9682F85C8016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46C030-96EE-2158-AF4E-E511D33A7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88886E-DCF0-A17E-AAEB-C14B387C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B810F-F98C-4763-BD83-8763D717D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472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7E1D74F-1500-08A1-CCD8-47E5AECCA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FB8EB6-B315-C525-4BAF-3E837A83B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8EA9E4-ABDD-4449-2136-0FDD84888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15437-C501-45F0-A35E-9682F85C8016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792718-9FD0-AE89-F7FF-A7508DF5A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9C6FCB-57D6-DAEA-CD2C-F0DBCD197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B810F-F98C-4763-BD83-8763D717D8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333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E4340BB-C15B-3A9F-8DA8-0DB788DE082A}"/>
              </a:ext>
            </a:extLst>
          </p:cNvPr>
          <p:cNvSpPr txBox="1"/>
          <p:nvPr/>
        </p:nvSpPr>
        <p:spPr>
          <a:xfrm>
            <a:off x="558208" y="335845"/>
            <a:ext cx="964487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就活作品</a:t>
            </a:r>
            <a:endParaRPr kumimoji="1" lang="en-US" altLang="ja-JP" sz="3200" dirty="0"/>
          </a:p>
          <a:p>
            <a:endParaRPr kumimoji="1" lang="en-US" altLang="ja-JP" sz="3600" dirty="0"/>
          </a:p>
          <a:p>
            <a:r>
              <a:rPr kumimoji="1" lang="ja-JP" altLang="en-US" sz="4800" dirty="0"/>
              <a:t>タイトル名：ミツケタ。</a:t>
            </a:r>
            <a:endParaRPr kumimoji="1" lang="en-US" altLang="ja-JP" sz="4800" dirty="0"/>
          </a:p>
          <a:p>
            <a:endParaRPr lang="en-US" altLang="ja-JP" sz="3600" dirty="0"/>
          </a:p>
          <a:p>
            <a:r>
              <a:rPr lang="ja-JP" altLang="en-US" sz="3200" dirty="0"/>
              <a:t>参考元：バイオハザードヴィレッジ</a:t>
            </a:r>
            <a:endParaRPr lang="en-US" altLang="ja-JP" sz="3200" dirty="0"/>
          </a:p>
          <a:p>
            <a:endParaRPr lang="en-US" altLang="ja-JP" sz="3200" dirty="0"/>
          </a:p>
          <a:p>
            <a:r>
              <a:rPr lang="ja-JP" altLang="en-US" sz="3200" dirty="0"/>
              <a:t>プレイ人数：一人</a:t>
            </a:r>
          </a:p>
          <a:p>
            <a:endParaRPr lang="en-US" altLang="ja-JP" sz="3200" dirty="0"/>
          </a:p>
          <a:p>
            <a:r>
              <a:rPr kumimoji="1" lang="ja-JP" altLang="en-US" sz="3200" dirty="0"/>
              <a:t>開発環境：</a:t>
            </a:r>
            <a:r>
              <a:rPr kumimoji="1" lang="en-US" altLang="ja-JP" sz="3200" dirty="0"/>
              <a:t>Unity</a:t>
            </a:r>
          </a:p>
          <a:p>
            <a:endParaRPr lang="en-US" altLang="ja-JP" sz="3200" dirty="0"/>
          </a:p>
          <a:p>
            <a:r>
              <a:rPr lang="ja-JP" altLang="en-US" sz="3200" dirty="0"/>
              <a:t>開発期間：</a:t>
            </a:r>
            <a:r>
              <a:rPr lang="en-US" altLang="ja-JP" sz="3200" dirty="0"/>
              <a:t>1/30</a:t>
            </a:r>
            <a:r>
              <a:rPr lang="ja-JP" altLang="en-US" sz="3200" dirty="0"/>
              <a:t>までに完成</a:t>
            </a:r>
            <a:endParaRPr kumimoji="1"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3643098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23A8A61-180E-26A6-6866-F1DF25EB3F6B}"/>
              </a:ext>
            </a:extLst>
          </p:cNvPr>
          <p:cNvSpPr txBox="1"/>
          <p:nvPr/>
        </p:nvSpPr>
        <p:spPr>
          <a:xfrm>
            <a:off x="1642681" y="750505"/>
            <a:ext cx="82890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/>
              <a:t>目標</a:t>
            </a:r>
            <a:br>
              <a:rPr kumimoji="1" lang="en-US" altLang="ja-JP" sz="4000" dirty="0"/>
            </a:br>
            <a:r>
              <a:rPr kumimoji="1" lang="en-US" altLang="ja-JP" sz="4000" dirty="0"/>
              <a:t>3</a:t>
            </a:r>
            <a:r>
              <a:rPr kumimoji="1" lang="ja-JP" altLang="en-US" sz="4000" dirty="0"/>
              <a:t>人称視点でやるベビーからの逃亡</a:t>
            </a:r>
          </a:p>
        </p:txBody>
      </p:sp>
      <p:pic>
        <p:nvPicPr>
          <p:cNvPr id="6" name="図 5" descr="屋内, 猫, 座る, 小さい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3EC2D6A-BF6B-4AAC-FDA7-AC2E4FE7F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462" y="2073944"/>
            <a:ext cx="7671511" cy="431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96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9C08A60-D778-EA98-2F31-E9C459684F7F}"/>
              </a:ext>
            </a:extLst>
          </p:cNvPr>
          <p:cNvSpPr txBox="1"/>
          <p:nvPr/>
        </p:nvSpPr>
        <p:spPr>
          <a:xfrm>
            <a:off x="489098" y="385180"/>
            <a:ext cx="727266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/>
              <a:t>敵キャラは１体！</a:t>
            </a:r>
          </a:p>
          <a:p>
            <a:r>
              <a:rPr lang="ja-JP" altLang="en-US" sz="3200" dirty="0"/>
              <a:t>・敵の動きとしては物音を立てながら</a:t>
            </a:r>
          </a:p>
          <a:p>
            <a:r>
              <a:rPr lang="ja-JP" altLang="en-US" sz="3200" dirty="0"/>
              <a:t>適当なルートを徘徊するくらいだが</a:t>
            </a:r>
            <a:r>
              <a:rPr lang="en-US" altLang="ja-JP" sz="3200" dirty="0"/>
              <a:t>…</a:t>
            </a:r>
          </a:p>
          <a:p>
            <a:r>
              <a:rPr lang="ja-JP" altLang="en-US" sz="3200" dirty="0"/>
              <a:t>見つけると追いかけてくる！</a:t>
            </a:r>
          </a:p>
          <a:p>
            <a:endParaRPr lang="en-US" altLang="ja-JP" sz="3200" dirty="0"/>
          </a:p>
          <a:p>
            <a:r>
              <a:rPr lang="ja-JP" altLang="en-US" sz="3200" dirty="0"/>
              <a:t>・見つかっても、ベッドやロッカーに隠れることで追跡から逃げることが</a:t>
            </a:r>
            <a:endParaRPr lang="en-US" altLang="ja-JP" sz="3200" dirty="0"/>
          </a:p>
          <a:p>
            <a:r>
              <a:rPr lang="ja-JP" altLang="en-US" sz="3200" dirty="0"/>
              <a:t>できる</a:t>
            </a:r>
            <a:endParaRPr lang="en-US" altLang="ja-JP" sz="3200" dirty="0"/>
          </a:p>
          <a:p>
            <a:endParaRPr lang="en-US" altLang="ja-JP" sz="3200" dirty="0"/>
          </a:p>
          <a:p>
            <a:r>
              <a:rPr lang="ja-JP" altLang="en-US" sz="3200" dirty="0"/>
              <a:t>・一定時間追いかけていると直線にダッシュしてくる！</a:t>
            </a:r>
            <a:r>
              <a:rPr lang="en-US" altLang="ja-JP" sz="3200" dirty="0"/>
              <a:t>(</a:t>
            </a:r>
            <a:r>
              <a:rPr lang="ja-JP" altLang="en-US" sz="3200" dirty="0"/>
              <a:t>距離は短い</a:t>
            </a:r>
            <a:r>
              <a:rPr lang="en-US" altLang="ja-JP" sz="3200" dirty="0"/>
              <a:t>)</a:t>
            </a:r>
          </a:p>
        </p:txBody>
      </p:sp>
      <p:pic>
        <p:nvPicPr>
          <p:cNvPr id="4" name="図 3" descr="自転車, 乗る, 座る, 持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112709D-6E5C-C9E2-053D-F9E94A63D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348" y="196702"/>
            <a:ext cx="3623554" cy="3429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074AFD-D972-1406-BD1B-5FF503DE6C85}"/>
              </a:ext>
            </a:extLst>
          </p:cNvPr>
          <p:cNvSpPr txBox="1"/>
          <p:nvPr/>
        </p:nvSpPr>
        <p:spPr>
          <a:xfrm>
            <a:off x="8279219" y="3629514"/>
            <a:ext cx="343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↑ベビー役は彼？に頼みます</a:t>
            </a:r>
          </a:p>
        </p:txBody>
      </p:sp>
    </p:spTree>
    <p:extLst>
      <p:ext uri="{BB962C8B-B14F-4D97-AF65-F5344CB8AC3E}">
        <p14:creationId xmlns:p14="http://schemas.microsoft.com/office/powerpoint/2010/main" val="1445867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B1F4B6-E8DE-B2D4-7029-B26983AA6478}"/>
              </a:ext>
            </a:extLst>
          </p:cNvPr>
          <p:cNvSpPr txBox="1"/>
          <p:nvPr/>
        </p:nvSpPr>
        <p:spPr>
          <a:xfrm>
            <a:off x="552893" y="297712"/>
            <a:ext cx="3444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マップは２つ！</a:t>
            </a:r>
          </a:p>
        </p:txBody>
      </p:sp>
      <p:pic>
        <p:nvPicPr>
          <p:cNvPr id="4" name="図 3" descr="記号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17470C6-4F51-4DE5-65B8-3D8085CA7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363" y="1736162"/>
            <a:ext cx="4776973" cy="469904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5B71680-C39F-1A5C-350B-1744FA648DB2}"/>
              </a:ext>
            </a:extLst>
          </p:cNvPr>
          <p:cNvSpPr txBox="1"/>
          <p:nvPr/>
        </p:nvSpPr>
        <p:spPr>
          <a:xfrm>
            <a:off x="552893" y="1212942"/>
            <a:ext cx="10525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チュートリアルマップイメージ　　　　　メインマップイメージ</a:t>
            </a:r>
          </a:p>
        </p:txBody>
      </p:sp>
      <p:pic>
        <p:nvPicPr>
          <p:cNvPr id="7" name="図 6" descr="建物, 女性, ストリート が含まれている画像">
            <a:extLst>
              <a:ext uri="{FF2B5EF4-FFF2-40B4-BE49-F238E27FC236}">
                <a16:creationId xmlns:a16="http://schemas.microsoft.com/office/drawing/2014/main" id="{7FD891A6-7371-714D-CEE3-7C985EBFF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25" y="2381893"/>
            <a:ext cx="5543107" cy="32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493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1722</TotalTime>
  <Words>112</Words>
  <Application>Microsoft Office PowerPoint</Application>
  <PresentationFormat>ワイド画面</PresentationFormat>
  <Paragraphs>24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安藤　歩夢</dc:creator>
  <cp:lastModifiedBy>安藤　歩夢</cp:lastModifiedBy>
  <cp:revision>2</cp:revision>
  <dcterms:created xsi:type="dcterms:W3CDTF">2025-10-28T03:05:57Z</dcterms:created>
  <dcterms:modified xsi:type="dcterms:W3CDTF">2025-11-05T07:53:06Z</dcterms:modified>
</cp:coreProperties>
</file>